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10" r:id="rId1"/>
  </p:sldMasterIdLst>
  <p:sldIdLst>
    <p:sldId id="256" r:id="rId2"/>
    <p:sldId id="258" r:id="rId3"/>
    <p:sldId id="259" r:id="rId4"/>
    <p:sldId id="260" r:id="rId5"/>
    <p:sldId id="261" r:id="rId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75" d="100"/>
          <a:sy n="75" d="100"/>
        </p:scale>
        <p:origin x="902" y="4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E6564DE-DB9F-4037-AFE8-5553F6E14503}" type="datetimeFigureOut">
              <a:rPr lang="en-IN" smtClean="0"/>
              <a:t>24-06-2026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BF00771-68A5-4B2E-9456-06B0F07CB658}" type="slidenum">
              <a:rPr lang="en-IN" smtClean="0"/>
              <a:t>‹#›</a:t>
            </a:fld>
            <a:endParaRPr lang="en-IN"/>
          </a:p>
        </p:txBody>
      </p:sp>
    </p:spTree>
    <p:extLst>
      <p:ext uri="{BB962C8B-B14F-4D97-AF65-F5344CB8AC3E}">
        <p14:creationId xmlns:p14="http://schemas.microsoft.com/office/powerpoint/2010/main" val="1213459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E6564DE-DB9F-4037-AFE8-5553F6E14503}" type="datetimeFigureOut">
              <a:rPr lang="en-IN" smtClean="0"/>
              <a:t>24-06-2026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BF00771-68A5-4B2E-9456-06B0F07CB658}" type="slidenum">
              <a:rPr lang="en-IN" smtClean="0"/>
              <a:t>‹#›</a:t>
            </a:fld>
            <a:endParaRPr lang="en-IN"/>
          </a:p>
        </p:txBody>
      </p:sp>
    </p:spTree>
    <p:extLst>
      <p:ext uri="{BB962C8B-B14F-4D97-AF65-F5344CB8AC3E}">
        <p14:creationId xmlns:p14="http://schemas.microsoft.com/office/powerpoint/2010/main" val="39771819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E6564DE-DB9F-4037-AFE8-5553F6E14503}" type="datetimeFigureOut">
              <a:rPr lang="en-IN" smtClean="0"/>
              <a:t>24-06-2026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BF00771-68A5-4B2E-9456-06B0F07CB658}" type="slidenum">
              <a:rPr lang="en-IN" smtClean="0"/>
              <a:t>‹#›</a:t>
            </a:fld>
            <a:endParaRPr lang="en-IN"/>
          </a:p>
        </p:txBody>
      </p:sp>
    </p:spTree>
    <p:extLst>
      <p:ext uri="{BB962C8B-B14F-4D97-AF65-F5344CB8AC3E}">
        <p14:creationId xmlns:p14="http://schemas.microsoft.com/office/powerpoint/2010/main" val="101686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E6564DE-DB9F-4037-AFE8-5553F6E14503}" type="datetimeFigureOut">
              <a:rPr lang="en-IN" smtClean="0"/>
              <a:t>24-06-2026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BF00771-68A5-4B2E-9456-06B0F07CB658}" type="slidenum">
              <a:rPr lang="en-IN" smtClean="0"/>
              <a:t>‹#›</a:t>
            </a:fld>
            <a:endParaRPr lang="en-IN"/>
          </a:p>
        </p:txBody>
      </p:sp>
    </p:spTree>
    <p:extLst>
      <p:ext uri="{BB962C8B-B14F-4D97-AF65-F5344CB8AC3E}">
        <p14:creationId xmlns:p14="http://schemas.microsoft.com/office/powerpoint/2010/main" val="5960023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E6564DE-DB9F-4037-AFE8-5553F6E14503}" type="datetimeFigureOut">
              <a:rPr lang="en-IN" smtClean="0"/>
              <a:t>24-06-2026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7BF00771-68A5-4B2E-9456-06B0F07CB658}" type="slidenum">
              <a:rPr lang="en-IN" smtClean="0"/>
              <a:t>‹#›</a:t>
            </a:fld>
            <a:endParaRPr lang="en-IN"/>
          </a:p>
        </p:txBody>
      </p:sp>
    </p:spTree>
    <p:extLst>
      <p:ext uri="{BB962C8B-B14F-4D97-AF65-F5344CB8AC3E}">
        <p14:creationId xmlns:p14="http://schemas.microsoft.com/office/powerpoint/2010/main" val="6320990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E6564DE-DB9F-4037-AFE8-5553F6E14503}" type="datetimeFigureOut">
              <a:rPr lang="en-IN" smtClean="0"/>
              <a:t>24-06-2026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7BF00771-68A5-4B2E-9456-06B0F07CB658}" type="slidenum">
              <a:rPr lang="en-IN" smtClean="0"/>
              <a:t>‹#›</a:t>
            </a:fld>
            <a:endParaRPr lang="en-IN"/>
          </a:p>
        </p:txBody>
      </p:sp>
    </p:spTree>
    <p:extLst>
      <p:ext uri="{BB962C8B-B14F-4D97-AF65-F5344CB8AC3E}">
        <p14:creationId xmlns:p14="http://schemas.microsoft.com/office/powerpoint/2010/main" val="26739374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E6564DE-DB9F-4037-AFE8-5553F6E14503}" type="datetimeFigureOut">
              <a:rPr lang="en-IN" smtClean="0"/>
              <a:t>24-06-2026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7BF00771-68A5-4B2E-9456-06B0F07CB658}" type="slidenum">
              <a:rPr lang="en-IN" smtClean="0"/>
              <a:t>‹#›</a:t>
            </a:fld>
            <a:endParaRPr lang="en-IN"/>
          </a:p>
        </p:txBody>
      </p:sp>
    </p:spTree>
    <p:extLst>
      <p:ext uri="{BB962C8B-B14F-4D97-AF65-F5344CB8AC3E}">
        <p14:creationId xmlns:p14="http://schemas.microsoft.com/office/powerpoint/2010/main" val="38819505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E6564DE-DB9F-4037-AFE8-5553F6E14503}" type="datetimeFigureOut">
              <a:rPr lang="en-IN" smtClean="0"/>
              <a:t>24-06-2026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BF00771-68A5-4B2E-9456-06B0F07CB658}" type="slidenum">
              <a:rPr lang="en-IN" smtClean="0"/>
              <a:t>‹#›</a:t>
            </a:fld>
            <a:endParaRPr lang="en-IN"/>
          </a:p>
        </p:txBody>
      </p:sp>
    </p:spTree>
    <p:extLst>
      <p:ext uri="{BB962C8B-B14F-4D97-AF65-F5344CB8AC3E}">
        <p14:creationId xmlns:p14="http://schemas.microsoft.com/office/powerpoint/2010/main" val="8392090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E6564DE-DB9F-4037-AFE8-5553F6E14503}" type="datetimeFigureOut">
              <a:rPr lang="en-IN" smtClean="0"/>
              <a:t>24-06-2026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BF00771-68A5-4B2E-9456-06B0F07CB658}" type="slidenum">
              <a:rPr lang="en-IN" smtClean="0"/>
              <a:t>‹#›</a:t>
            </a:fld>
            <a:endParaRPr lang="en-IN"/>
          </a:p>
        </p:txBody>
      </p:sp>
    </p:spTree>
    <p:extLst>
      <p:ext uri="{BB962C8B-B14F-4D97-AF65-F5344CB8AC3E}">
        <p14:creationId xmlns:p14="http://schemas.microsoft.com/office/powerpoint/2010/main" val="12558775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E6564DE-DB9F-4037-AFE8-5553F6E14503}" type="datetimeFigureOut">
              <a:rPr lang="en-IN" smtClean="0"/>
              <a:t>24-06-2026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BF00771-68A5-4B2E-9456-06B0F07CB658}" type="slidenum">
              <a:rPr lang="en-IN" smtClean="0"/>
              <a:t>‹#›</a:t>
            </a:fld>
            <a:endParaRPr lang="en-IN"/>
          </a:p>
        </p:txBody>
      </p:sp>
    </p:spTree>
    <p:extLst>
      <p:ext uri="{BB962C8B-B14F-4D97-AF65-F5344CB8AC3E}">
        <p14:creationId xmlns:p14="http://schemas.microsoft.com/office/powerpoint/2010/main" val="16785183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E6564DE-DB9F-4037-AFE8-5553F6E14503}" type="datetimeFigureOut">
              <a:rPr lang="en-IN" smtClean="0"/>
              <a:t>24-06-2026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BF00771-68A5-4B2E-9456-06B0F07CB658}" type="slidenum">
              <a:rPr lang="en-IN" smtClean="0"/>
              <a:t>‹#›</a:t>
            </a:fld>
            <a:endParaRPr lang="en-IN"/>
          </a:p>
        </p:txBody>
      </p:sp>
    </p:spTree>
    <p:extLst>
      <p:ext uri="{BB962C8B-B14F-4D97-AF65-F5344CB8AC3E}">
        <p14:creationId xmlns:p14="http://schemas.microsoft.com/office/powerpoint/2010/main" val="22717415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E6564DE-DB9F-4037-AFE8-5553F6E14503}" type="datetimeFigureOut">
              <a:rPr lang="en-IN" smtClean="0"/>
              <a:t>24-06-2026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BF00771-68A5-4B2E-9456-06B0F07CB658}" type="slidenum">
              <a:rPr lang="en-IN" smtClean="0"/>
              <a:t>‹#›</a:t>
            </a:fld>
            <a:endParaRPr lang="en-IN"/>
          </a:p>
        </p:txBody>
      </p:sp>
    </p:spTree>
    <p:extLst>
      <p:ext uri="{BB962C8B-B14F-4D97-AF65-F5344CB8AC3E}">
        <p14:creationId xmlns:p14="http://schemas.microsoft.com/office/powerpoint/2010/main" val="686451780"/>
      </p:ext>
    </p:extLst>
  </p:cSld>
  <p:clrMap bg1="lt1" tx1="dk1" bg2="lt2" tx2="dk2" accent1="accent1" accent2="accent2" accent3="accent3" accent4="accent4" accent5="accent5" accent6="accent6" hlink="hlink" folHlink="folHlink"/>
  <p:sldLayoutIdLst>
    <p:sldLayoutId id="2147483811" r:id="rId1"/>
    <p:sldLayoutId id="2147483812" r:id="rId2"/>
    <p:sldLayoutId id="2147483813" r:id="rId3"/>
    <p:sldLayoutId id="2147483814" r:id="rId4"/>
    <p:sldLayoutId id="2147483815" r:id="rId5"/>
    <p:sldLayoutId id="2147483816" r:id="rId6"/>
    <p:sldLayoutId id="2147483817" r:id="rId7"/>
    <p:sldLayoutId id="2147483818" r:id="rId8"/>
    <p:sldLayoutId id="2147483819" r:id="rId9"/>
    <p:sldLayoutId id="2147483820" r:id="rId10"/>
    <p:sldLayoutId id="214748382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847E9B-E39A-0FF5-5B9E-CE72358EE521}"/>
              </a:ext>
            </a:extLst>
          </p:cNvPr>
          <p:cNvSpPr>
            <a:spLocks noGrp="1"/>
          </p:cNvSpPr>
          <p:nvPr>
            <p:ph type="ctrTitle"/>
          </p:nvPr>
        </p:nvSpPr>
        <p:spPr/>
        <p:txBody>
          <a:bodyPr/>
          <a:lstStyle/>
          <a:p>
            <a:r>
              <a:rPr lang="en-US" dirty="0"/>
              <a:t>To-Do app List Application</a:t>
            </a:r>
            <a:br>
              <a:rPr lang="en-US" dirty="0"/>
            </a:br>
            <a:endParaRPr lang="en-IN" dirty="0"/>
          </a:p>
        </p:txBody>
      </p:sp>
      <p:sp>
        <p:nvSpPr>
          <p:cNvPr id="5" name="Subtitle 4">
            <a:extLst>
              <a:ext uri="{FF2B5EF4-FFF2-40B4-BE49-F238E27FC236}">
                <a16:creationId xmlns:a16="http://schemas.microsoft.com/office/drawing/2014/main" id="{C8D932B8-9FD7-C073-1532-DA083B265EC9}"/>
              </a:ext>
            </a:extLst>
          </p:cNvPr>
          <p:cNvSpPr>
            <a:spLocks noGrp="1"/>
          </p:cNvSpPr>
          <p:nvPr>
            <p:ph type="subTitle" idx="1"/>
          </p:nvPr>
        </p:nvSpPr>
        <p:spPr/>
        <p:txBody>
          <a:bodyPr>
            <a:normAutofit/>
          </a:bodyPr>
          <a:lstStyle/>
          <a:p>
            <a:pPr algn="l"/>
            <a:r>
              <a:rPr lang="en-US" dirty="0"/>
              <a:t>Team Members: </a:t>
            </a:r>
            <a:r>
              <a:rPr lang="en-US" dirty="0" err="1"/>
              <a:t>E.Manasa</a:t>
            </a:r>
            <a:r>
              <a:rPr lang="en-US" dirty="0"/>
              <a:t>, </a:t>
            </a:r>
            <a:r>
              <a:rPr lang="en-US" dirty="0" err="1"/>
              <a:t>J.Gopi</a:t>
            </a:r>
            <a:r>
              <a:rPr lang="en-US" dirty="0"/>
              <a:t> Sree, </a:t>
            </a:r>
            <a:r>
              <a:rPr lang="en-US" dirty="0" err="1"/>
              <a:t>P.Kavya</a:t>
            </a:r>
            <a:endParaRPr lang="en-US" dirty="0"/>
          </a:p>
          <a:p>
            <a:pPr algn="l"/>
            <a:r>
              <a:rPr lang="en-US" dirty="0"/>
              <a:t>Department: Electronics and </a:t>
            </a:r>
            <a:r>
              <a:rPr lang="en-US" dirty="0" err="1"/>
              <a:t>Communnication</a:t>
            </a:r>
            <a:r>
              <a:rPr lang="en-US" dirty="0"/>
              <a:t> Engineering</a:t>
            </a:r>
          </a:p>
          <a:p>
            <a:pPr algn="l"/>
            <a:r>
              <a:rPr lang="en-US" dirty="0"/>
              <a:t>College: </a:t>
            </a:r>
            <a:r>
              <a:rPr lang="en-US" dirty="0" err="1"/>
              <a:t>Annamacharya</a:t>
            </a:r>
            <a:r>
              <a:rPr lang="en-US"/>
              <a:t> Institute </a:t>
            </a:r>
            <a:r>
              <a:rPr lang="en-US" dirty="0"/>
              <a:t>of Sciences and Technology</a:t>
            </a:r>
            <a:endParaRPr lang="en-IN" dirty="0"/>
          </a:p>
        </p:txBody>
      </p:sp>
    </p:spTree>
    <p:extLst>
      <p:ext uri="{BB962C8B-B14F-4D97-AF65-F5344CB8AC3E}">
        <p14:creationId xmlns:p14="http://schemas.microsoft.com/office/powerpoint/2010/main" val="2811293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1B5633-B618-AC96-32E9-23061A2FDDE0}"/>
              </a:ext>
            </a:extLst>
          </p:cNvPr>
          <p:cNvSpPr>
            <a:spLocks noGrp="1"/>
          </p:cNvSpPr>
          <p:nvPr>
            <p:ph type="title"/>
          </p:nvPr>
        </p:nvSpPr>
        <p:spPr/>
        <p:txBody>
          <a:bodyPr/>
          <a:lstStyle/>
          <a:p>
            <a:r>
              <a:rPr lang="en-US" dirty="0"/>
              <a:t>                  Problem Statement</a:t>
            </a:r>
            <a:endParaRPr lang="en-IN" dirty="0"/>
          </a:p>
        </p:txBody>
      </p:sp>
      <p:sp>
        <p:nvSpPr>
          <p:cNvPr id="3" name="Content Placeholder 2">
            <a:extLst>
              <a:ext uri="{FF2B5EF4-FFF2-40B4-BE49-F238E27FC236}">
                <a16:creationId xmlns:a16="http://schemas.microsoft.com/office/drawing/2014/main" id="{FC755BA3-1015-5367-3087-E46C5FB52413}"/>
              </a:ext>
            </a:extLst>
          </p:cNvPr>
          <p:cNvSpPr>
            <a:spLocks noGrp="1"/>
          </p:cNvSpPr>
          <p:nvPr>
            <p:ph idx="1"/>
          </p:nvPr>
        </p:nvSpPr>
        <p:spPr/>
        <p:txBody>
          <a:bodyPr/>
          <a:lstStyle/>
          <a:p>
            <a:pPr>
              <a:lnSpc>
                <a:spcPct val="150000"/>
              </a:lnSpc>
            </a:pPr>
            <a:r>
              <a:rPr lang="en-US" dirty="0"/>
              <a:t>Managing daily tasks manually can be difficult and inefficient, leading to missed deadlines and poor organization. There is a need for a web-based application that allows users to create, manage, update, and track their tasks effectively in one place.</a:t>
            </a:r>
            <a:endParaRPr lang="en-IN" dirty="0"/>
          </a:p>
        </p:txBody>
      </p:sp>
    </p:spTree>
    <p:extLst>
      <p:ext uri="{BB962C8B-B14F-4D97-AF65-F5344CB8AC3E}">
        <p14:creationId xmlns:p14="http://schemas.microsoft.com/office/powerpoint/2010/main" val="10053214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C6F974-6AE9-D384-F9C5-6786BD984FC0}"/>
              </a:ext>
            </a:extLst>
          </p:cNvPr>
          <p:cNvSpPr>
            <a:spLocks noGrp="1"/>
          </p:cNvSpPr>
          <p:nvPr>
            <p:ph type="title"/>
          </p:nvPr>
        </p:nvSpPr>
        <p:spPr>
          <a:xfrm>
            <a:off x="838200" y="365126"/>
            <a:ext cx="10515600" cy="1035050"/>
          </a:xfrm>
        </p:spPr>
        <p:txBody>
          <a:bodyPr/>
          <a:lstStyle/>
          <a:p>
            <a:r>
              <a:rPr lang="en-IN" dirty="0"/>
              <a:t>                Methodology / Approach</a:t>
            </a:r>
          </a:p>
        </p:txBody>
      </p:sp>
      <p:sp>
        <p:nvSpPr>
          <p:cNvPr id="4" name="Rectangle 1">
            <a:extLst>
              <a:ext uri="{FF2B5EF4-FFF2-40B4-BE49-F238E27FC236}">
                <a16:creationId xmlns:a16="http://schemas.microsoft.com/office/drawing/2014/main" id="{9709BE1B-4C2B-87D5-48DA-5EE7F532A818}"/>
              </a:ext>
            </a:extLst>
          </p:cNvPr>
          <p:cNvSpPr>
            <a:spLocks noGrp="1" noChangeArrowheads="1"/>
          </p:cNvSpPr>
          <p:nvPr>
            <p:ph idx="1"/>
          </p:nvPr>
        </p:nvSpPr>
        <p:spPr bwMode="auto">
          <a:xfrm>
            <a:off x="1171576" y="3695594"/>
            <a:ext cx="9586912" cy="13737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buNone/>
            </a:pPr>
            <a:endParaRPr lang="en-IN" sz="1800" dirty="0"/>
          </a:p>
          <a:p>
            <a:pPr marL="0" indent="0">
              <a:buNone/>
            </a:pPr>
            <a:endParaRPr lang="en-IN" sz="1800" dirty="0"/>
          </a:p>
          <a:p>
            <a:pPr marL="0" indent="0">
              <a:buNone/>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7" name="Rectangle 4">
            <a:extLst>
              <a:ext uri="{FF2B5EF4-FFF2-40B4-BE49-F238E27FC236}">
                <a16:creationId xmlns:a16="http://schemas.microsoft.com/office/drawing/2014/main" id="{1F8C7805-4255-9C5A-7196-60EC1C2A1601}"/>
              </a:ext>
            </a:extLst>
          </p:cNvPr>
          <p:cNvSpPr>
            <a:spLocks noChangeArrowheads="1"/>
          </p:cNvSpPr>
          <p:nvPr/>
        </p:nvSpPr>
        <p:spPr bwMode="auto">
          <a:xfrm>
            <a:off x="514350" y="1503777"/>
            <a:ext cx="9315450" cy="54425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50000"/>
              </a:lnSpc>
            </a:pPr>
            <a:r>
              <a:rPr lang="en-US" b="1" dirty="0"/>
              <a:t>1. Requirement Analysis</a:t>
            </a:r>
            <a:endParaRPr lang="en-US" dirty="0"/>
          </a:p>
          <a:p>
            <a:pPr marL="285750" indent="-285750">
              <a:lnSpc>
                <a:spcPct val="150000"/>
              </a:lnSpc>
              <a:buFont typeface="Arial" panose="020B0604020202020204" pitchFamily="34" charset="0"/>
              <a:buChar char="•"/>
            </a:pPr>
            <a:r>
              <a:rPr lang="en-US" dirty="0"/>
              <a:t>Identified key features: Add, Edit, Delete, and Complete Tasks. </a:t>
            </a:r>
          </a:p>
          <a:p>
            <a:pPr>
              <a:lnSpc>
                <a:spcPct val="150000"/>
              </a:lnSpc>
            </a:pPr>
            <a:r>
              <a:rPr lang="en-US" b="1" dirty="0"/>
              <a:t>2. System Design</a:t>
            </a:r>
            <a:endParaRPr lang="en-US" dirty="0"/>
          </a:p>
          <a:p>
            <a:pPr marL="285750" indent="-285750">
              <a:lnSpc>
                <a:spcPct val="150000"/>
              </a:lnSpc>
              <a:buFont typeface="Arial" panose="020B0604020202020204" pitchFamily="34" charset="0"/>
              <a:buChar char="•"/>
            </a:pPr>
            <a:r>
              <a:rPr lang="en-US" dirty="0"/>
              <a:t>Designed task model with fields such as title, description, due date, and status. </a:t>
            </a:r>
          </a:p>
          <a:p>
            <a:pPr>
              <a:lnSpc>
                <a:spcPct val="150000"/>
              </a:lnSpc>
            </a:pPr>
            <a:r>
              <a:rPr lang="en-US" b="1" dirty="0"/>
              <a:t>3. Development</a:t>
            </a:r>
            <a:endParaRPr lang="en-US" dirty="0"/>
          </a:p>
          <a:p>
            <a:pPr marL="285750" indent="-285750">
              <a:lnSpc>
                <a:spcPct val="150000"/>
              </a:lnSpc>
              <a:buFont typeface="Arial" panose="020B0604020202020204" pitchFamily="34" charset="0"/>
              <a:buChar char="•"/>
            </a:pPr>
            <a:r>
              <a:rPr lang="en-US" dirty="0"/>
              <a:t>Built the application using Django, HTML, CSS, and SQLite. </a:t>
            </a:r>
          </a:p>
          <a:p>
            <a:pPr marL="285750" indent="-285750">
              <a:lnSpc>
                <a:spcPct val="150000"/>
              </a:lnSpc>
              <a:buFont typeface="Arial" panose="020B0604020202020204" pitchFamily="34" charset="0"/>
              <a:buChar char="•"/>
            </a:pPr>
            <a:r>
              <a:rPr lang="en-US" dirty="0"/>
              <a:t>Implemented CRUD operations for task management. </a:t>
            </a:r>
          </a:p>
          <a:p>
            <a:pPr>
              <a:lnSpc>
                <a:spcPct val="150000"/>
              </a:lnSpc>
            </a:pPr>
            <a:r>
              <a:rPr lang="en-US" b="1" dirty="0"/>
              <a:t>4. Database Integration</a:t>
            </a:r>
            <a:endParaRPr lang="en-US" dirty="0"/>
          </a:p>
          <a:p>
            <a:pPr marL="285750" indent="-285750">
              <a:lnSpc>
                <a:spcPct val="150000"/>
              </a:lnSpc>
              <a:buFont typeface="Arial" panose="020B0604020202020204" pitchFamily="34" charset="0"/>
              <a:buChar char="•"/>
            </a:pPr>
            <a:r>
              <a:rPr lang="en-US" dirty="0"/>
              <a:t>Used Django ORM to store and retrieve task data efficiently. </a:t>
            </a:r>
          </a:p>
          <a:p>
            <a:pPr>
              <a:lnSpc>
                <a:spcPct val="150000"/>
              </a:lnSpc>
            </a:pPr>
            <a:r>
              <a:rPr lang="en-US" b="1" dirty="0"/>
              <a:t>5. Testing &amp; Deployment</a:t>
            </a:r>
            <a:endParaRPr lang="en-US" dirty="0"/>
          </a:p>
          <a:p>
            <a:pPr marL="285750" indent="-285750">
              <a:lnSpc>
                <a:spcPct val="150000"/>
              </a:lnSpc>
              <a:buFont typeface="Arial" panose="020B0604020202020204" pitchFamily="34" charset="0"/>
              <a:buChar char="•"/>
            </a:pPr>
            <a:r>
              <a:rPr lang="en-US" dirty="0"/>
              <a:t>Tested all functionalities for accuracy and usability. </a:t>
            </a:r>
          </a:p>
          <a:p>
            <a:pPr marL="285750" indent="-285750">
              <a:lnSpc>
                <a:spcPct val="150000"/>
              </a:lnSpc>
              <a:buFont typeface="Arial" panose="020B0604020202020204" pitchFamily="34" charset="0"/>
              <a:buChar char="•"/>
            </a:pPr>
            <a:r>
              <a:rPr lang="en-US" dirty="0"/>
              <a:t>Deployed the application for user access. </a:t>
            </a:r>
          </a:p>
          <a:p>
            <a:pPr marL="0" marR="0" lvl="0" indent="0" algn="l" defTabSz="914400" rtl="0" eaLnBrk="0" fontAlgn="base" latinLnBrk="0" hangingPunct="0">
              <a:lnSpc>
                <a:spcPct val="15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7849879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5C1890-B17A-9E04-3F3C-DC2B6FDB0711}"/>
              </a:ext>
            </a:extLst>
          </p:cNvPr>
          <p:cNvSpPr>
            <a:spLocks noGrp="1"/>
          </p:cNvSpPr>
          <p:nvPr>
            <p:ph type="title"/>
          </p:nvPr>
        </p:nvSpPr>
        <p:spPr/>
        <p:txBody>
          <a:bodyPr/>
          <a:lstStyle/>
          <a:p>
            <a:r>
              <a:rPr lang="en-IN" dirty="0"/>
              <a:t>                       Results / Output</a:t>
            </a:r>
          </a:p>
        </p:txBody>
      </p:sp>
      <p:sp>
        <p:nvSpPr>
          <p:cNvPr id="4" name="Rectangle 1">
            <a:extLst>
              <a:ext uri="{FF2B5EF4-FFF2-40B4-BE49-F238E27FC236}">
                <a16:creationId xmlns:a16="http://schemas.microsoft.com/office/drawing/2014/main" id="{4CF0E0D0-6ACA-1A3F-7653-AAFDC41B5812}"/>
              </a:ext>
            </a:extLst>
          </p:cNvPr>
          <p:cNvSpPr>
            <a:spLocks noGrp="1" noChangeArrowheads="1"/>
          </p:cNvSpPr>
          <p:nvPr>
            <p:ph idx="1"/>
          </p:nvPr>
        </p:nvSpPr>
        <p:spPr bwMode="auto">
          <a:xfrm>
            <a:off x="838200" y="2598634"/>
            <a:ext cx="8573373" cy="2805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 Users can add new tasks with details.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 Existing tasks can be edited or deleted.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 Tasks can be marked as completed or pending.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 All task information is stored securely in the database.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 The application provides an organized dashboard for task management.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 Improved productivity through efficient task tracking. </a:t>
            </a:r>
          </a:p>
        </p:txBody>
      </p:sp>
    </p:spTree>
    <p:extLst>
      <p:ext uri="{BB962C8B-B14F-4D97-AF65-F5344CB8AC3E}">
        <p14:creationId xmlns:p14="http://schemas.microsoft.com/office/powerpoint/2010/main" val="29870326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3647BF6-F9AA-34BE-FD05-24DFF1D4A106}"/>
              </a:ext>
            </a:extLst>
          </p:cNvPr>
          <p:cNvSpPr>
            <a:spLocks noGrp="1"/>
          </p:cNvSpPr>
          <p:nvPr>
            <p:ph type="title"/>
          </p:nvPr>
        </p:nvSpPr>
        <p:spPr/>
        <p:txBody>
          <a:bodyPr/>
          <a:lstStyle/>
          <a:p>
            <a:pPr algn="just"/>
            <a:r>
              <a:rPr lang="en-US" dirty="0"/>
              <a:t>                          conclusion</a:t>
            </a:r>
            <a:endParaRPr lang="en-IN" dirty="0"/>
          </a:p>
        </p:txBody>
      </p:sp>
      <p:sp>
        <p:nvSpPr>
          <p:cNvPr id="5" name="Content Placeholder 4">
            <a:extLst>
              <a:ext uri="{FF2B5EF4-FFF2-40B4-BE49-F238E27FC236}">
                <a16:creationId xmlns:a16="http://schemas.microsoft.com/office/drawing/2014/main" id="{9D6A75D5-65C8-BB68-2BEE-F9385D42CDDA}"/>
              </a:ext>
            </a:extLst>
          </p:cNvPr>
          <p:cNvSpPr>
            <a:spLocks noGrp="1"/>
          </p:cNvSpPr>
          <p:nvPr>
            <p:ph idx="1"/>
          </p:nvPr>
        </p:nvSpPr>
        <p:spPr/>
        <p:txBody>
          <a:bodyPr>
            <a:normAutofit/>
          </a:bodyPr>
          <a:lstStyle/>
          <a:p>
            <a:pPr>
              <a:lnSpc>
                <a:spcPct val="150000"/>
              </a:lnSpc>
            </a:pPr>
            <a:r>
              <a:rPr lang="en-US" sz="2400" dirty="0"/>
              <a:t>The To-Do List Application developed using Django successfully provides a simple and efficient platform for managing daily tasks. The application demonstrates the use of Django's MVC architecture, database integration, and CRUD operations. Future enhancements can include user authentication, task categories, reminders, notifications, and cloud deployment for better accessibility.</a:t>
            </a:r>
            <a:endParaRPr lang="en-IN" sz="2400" dirty="0"/>
          </a:p>
        </p:txBody>
      </p:sp>
    </p:spTree>
    <p:extLst>
      <p:ext uri="{BB962C8B-B14F-4D97-AF65-F5344CB8AC3E}">
        <p14:creationId xmlns:p14="http://schemas.microsoft.com/office/powerpoint/2010/main" val="2264308709"/>
      </p:ext>
    </p:extLst>
  </p:cSld>
  <p:clrMapOvr>
    <a:masterClrMapping/>
  </p:clrMapOvr>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41</TotalTime>
  <Words>304</Words>
  <Application>Microsoft Office PowerPoint</Application>
  <PresentationFormat>Widescreen</PresentationFormat>
  <Paragraphs>30</Paragraphs>
  <Slides>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Arial</vt:lpstr>
      <vt:lpstr>Calibri</vt:lpstr>
      <vt:lpstr>Calibri Light</vt:lpstr>
      <vt:lpstr>Office 2013 - 2022 Theme</vt:lpstr>
      <vt:lpstr>To-Do app List Application </vt:lpstr>
      <vt:lpstr>                  Problem Statement</vt:lpstr>
      <vt:lpstr>                Methodology / Approach</vt:lpstr>
      <vt:lpstr>                       Results / Output</vt:lpstr>
      <vt:lpstr>                          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Technosea</dc:creator>
  <cp:lastModifiedBy>Manasa Elisetty</cp:lastModifiedBy>
  <cp:revision>1</cp:revision>
  <dcterms:created xsi:type="dcterms:W3CDTF">2026-06-24T06:20:46Z</dcterms:created>
  <dcterms:modified xsi:type="dcterms:W3CDTF">2026-06-24T10:54:29Z</dcterms:modified>
</cp:coreProperties>
</file>